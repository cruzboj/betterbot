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74985-372D-483C-A359-218116607F4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F9A53-BC75-4CE1-A72F-293368DAD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48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5.54, var 3.98, mean |jump| 2.34, noun mean 6.38, n=233</a:t>
            </a:r>
          </a:p>
          <a:p>
            <a:r>
              <a:t>EleutherAI/pythia-410m: mean 5.34, var 3.75, mean |jump| 2.28, noun mean 6.23, n=234</a:t>
            </a:r>
          </a:p>
          <a:p>
            <a:r>
              <a:t>Qwen/Qwen2.5-1.5B: mean 5.60, var 4.22, mean |jump| 2.52, noun mean 6.45, n=233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5.49, var 4.43, mean |jump| 2.41, noun mean 6.16, n=247</a:t>
            </a:r>
          </a:p>
          <a:p>
            <a:r>
              <a:t>EleutherAI/pythia-410m: mean 5.65, var 4.76, mean |jump| 2.46, noun mean 6.33, n=247</a:t>
            </a:r>
          </a:p>
          <a:p>
            <a:r>
              <a:t>Qwen/Qwen2.5-1.5B: mean 5.77, var 5.08, mean |jump| 2.34, noun mean 6.56, n=242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5.87, var 5.13, mean |jump| 2.31, noun mean 6.62, n=246</a:t>
            </a:r>
          </a:p>
          <a:p>
            <a:r>
              <a:t>EleutherAI/pythia-410m: mean 6.02, var 4.56, mean |jump| 2.28, noun mean 6.74, n=252</a:t>
            </a:r>
          </a:p>
          <a:p>
            <a:r>
              <a:t>Qwen/Qwen2.5-1.5B: mean 5.99, var 4.18, mean |jump| 2.00, noun mean 6.67, n=248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5.61, var 5.19, mean |jump| 2.69, noun mean 6.66, n=259</a:t>
            </a:r>
          </a:p>
          <a:p>
            <a:r>
              <a:t>EleutherAI/pythia-410m: mean 5.74, var 5.05, mean |jump| 2.67, noun mean 6.82, n=261</a:t>
            </a:r>
          </a:p>
          <a:p>
            <a:r>
              <a:t>Qwen/Qwen2.5-1.5B: mean 5.83, var 6.27, mean |jump| 2.93, noun mean 6.99, n=259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5.14, var 2.84, mean |jump| 1.88, noun mean 5.80, n=243</a:t>
            </a:r>
          </a:p>
          <a:p>
            <a:r>
              <a:t>EleutherAI/pythia-410m: mean 5.22, var 3.01, mean |jump| 1.98, noun mean 5.88, n=243</a:t>
            </a:r>
          </a:p>
          <a:p>
            <a:r>
              <a:t>Qwen/Qwen2.5-1.5B: mean 5.25, var 3.66, mean |jump| 2.16, noun mean 5.98, n=239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6.30, var 10.04, mean |jump| 3.69, noun mean 7.77, n=240</a:t>
            </a:r>
          </a:p>
          <a:p>
            <a:r>
              <a:t>EleutherAI/pythia-410m: mean 5.93, var 7.88, mean |jump| 3.06, noun mean 7.18, n=240</a:t>
            </a:r>
          </a:p>
          <a:p>
            <a:r>
              <a:t>Qwen/Qwen2.5-1.5B: mean 6.21, var 9.10, mean |jump| 3.57, noun mean 7.63, n=240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5.49, var 3.24, mean |jump| 2.08, noun mean 6.19, n=223</a:t>
            </a:r>
          </a:p>
          <a:p>
            <a:r>
              <a:t>EleutherAI/pythia-410m: mean 5.52, var 3.14, mean |jump| 2.00, noun mean 6.25, n=221</a:t>
            </a:r>
          </a:p>
          <a:p>
            <a:r>
              <a:t>Qwen/Qwen2.5-1.5B: mean 5.45, var 3.17, mean |jump| 2.04, noun mean 6.21, n=223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5.82, var 5.19, mean |jump| 2.20, noun mean 6.53, n=205</a:t>
            </a:r>
          </a:p>
          <a:p>
            <a:r>
              <a:t>EleutherAI/pythia-410m: mean 5.57, var 3.80, mean |jump| 1.99, noun mean 6.20, n=205</a:t>
            </a:r>
          </a:p>
          <a:p>
            <a:r>
              <a:t>Qwen/Qwen2.5-1.5B: mean 5.80, var 4.43, mean |jump| 2.25, noun mean 6.38, n=203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4.83, var 4.37, mean |jump| 3.00, noun mean 5.88, n=54</a:t>
            </a:r>
          </a:p>
          <a:p>
            <a:r>
              <a:t>EleutherAI/pythia-410m: mean 4.75, var 5.05, mean |jump| 2.87, noun mean 5.63, n=55</a:t>
            </a:r>
          </a:p>
          <a:p>
            <a:r>
              <a:t>Qwen/Qwen2.5-1.5B: mean 4.81, var 3.62, mean |jump| 2.13, noun mean 5.91, n=53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4.80, var 5.31, mean |jump| 2.75, noun mean 6.56, n=187</a:t>
            </a:r>
          </a:p>
          <a:p>
            <a:r>
              <a:t>EleutherAI/pythia-410m: mean 4.90, var 5.85, mean |jump| 2.92, noun mean 6.85, n=187</a:t>
            </a:r>
          </a:p>
          <a:p>
            <a:r>
              <a:t>Qwen/Qwen2.5-1.5B: mean 4.93, var 5.56, mean |jump| 2.74, noun mean 6.86, n=186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4.57, var 5.34, mean |jump| 2.77, noun mean 6.55, n=195</a:t>
            </a:r>
          </a:p>
          <a:p>
            <a:r>
              <a:t>EleutherAI/pythia-410m: mean 4.55, var 5.33, mean |jump| 2.73, noun mean 6.48, n=195</a:t>
            </a:r>
          </a:p>
          <a:p>
            <a:r>
              <a:t>Qwen/Qwen2.5-1.5B: mean 4.55, var 5.02, mean |jump| 2.75, noun mean 6.51, n=195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4.53, var 5.36, mean |jump| 2.82, noun mean 6.56, n=177</a:t>
            </a:r>
          </a:p>
          <a:p>
            <a:r>
              <a:t>EleutherAI/pythia-410m: mean 4.44, var 5.09, mean |jump| 2.73, noun mean 6.44, n=176</a:t>
            </a:r>
          </a:p>
          <a:p>
            <a:r>
              <a:t>Qwen/Qwen2.5-1.5B: mean 4.39, var 5.00, mean |jump| 2.67, noun mean 6.20, n=173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4.56, var 5.57, mean |jump| 2.76, noun mean 6.47, n=170</a:t>
            </a:r>
          </a:p>
          <a:p>
            <a:r>
              <a:t>EleutherAI/pythia-410m: mean 4.55, var 5.54, mean |jump| 2.75, noun mean 6.45, n=170</a:t>
            </a:r>
          </a:p>
          <a:p>
            <a:r>
              <a:t>Qwen/Qwen2.5-1.5B: mean 4.66, var 4.75, mean |jump| 2.61, noun mean 6.40, n=170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4.74, var 5.28, mean |jump| 2.93, noun mean 6.34, n=141</a:t>
            </a:r>
          </a:p>
          <a:p>
            <a:r>
              <a:t>EleutherAI/pythia-410m: mean 4.91, var 5.17, mean |jump| 2.83, noun mean 6.47, n=140</a:t>
            </a:r>
          </a:p>
          <a:p>
            <a:r>
              <a:t>Qwen/Qwen2.5-1.5B: mean 4.82, var 4.95, mean |jump| 2.81, noun mean 6.38, n=141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4.73, var 5.72, mean |jump| 2.84, noun mean 6.43, n=181</a:t>
            </a:r>
          </a:p>
          <a:p>
            <a:r>
              <a:t>EleutherAI/pythia-410m: mean 4.74, var 6.40, mean |jump| 2.87, noun mean 6.46, n=181</a:t>
            </a:r>
          </a:p>
          <a:p>
            <a:r>
              <a:t>Qwen/Qwen2.5-1.5B: mean 4.82, var 6.83, mean |jump| 2.99, noun mean 6.87, n=180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4.44, var 5.31, mean |jump| 2.58, noun mean 6.21, n=157</a:t>
            </a:r>
          </a:p>
          <a:p>
            <a:r>
              <a:t>EleutherAI/pythia-410m: mean 4.50, var 4.66, mean |jump| 2.32, noun mean 6.15, n=159</a:t>
            </a:r>
          </a:p>
          <a:p>
            <a:r>
              <a:t>Qwen/Qwen2.5-1.5B: mean 4.55, var 4.43, mean |jump| 2.50, noun mean 6.21, n=156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5.39, var 4.47, mean |jump| 2.58, noun mean 6.34, n=206</a:t>
            </a:r>
          </a:p>
          <a:p>
            <a:r>
              <a:t>EleutherAI/pythia-410m: mean 5.46, var 4.56, mean |jump| 2.41, noun mean 6.37, n=207</a:t>
            </a:r>
          </a:p>
          <a:p>
            <a:r>
              <a:t>Qwen/Qwen2.5-1.5B: mean 5.45, var 3.97, mean |jump| 2.31, noun mean 6.33, n=205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gpt2-medium: mean 5.14, var 4.95, mean |jump| 2.35, noun mean 6.33, n=129</a:t>
            </a:r>
          </a:p>
          <a:p>
            <a:r>
              <a:t>EleutherAI/pythia-410m: mean 4.96, var 5.49, mean |jump| 2.69, noun mean 6.04, n=130</a:t>
            </a:r>
          </a:p>
          <a:p>
            <a:r>
              <a:t>Qwen/Qwen2.5-1.5B: mean 5.05, var 4.82, mean |jump| 2.62, noun mean 6.23, n=127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Wikipedia — Black hole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5.51   ·   variance 3.34   ·   mean |jump| 2.19   ·   234 measured words   ·   31% verbs</a:t>
            </a:r>
          </a:p>
        </p:txBody>
      </p:sp>
      <p:pic>
        <p:nvPicPr>
          <p:cNvPr id="5" name="Picture 4" descr="factual_wiki_black_h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Wikipedia — Copper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5.66   ·   variance 3.66   ·   mean |jump| 2.19   ·   248 measured words   ·   23% verbs</a:t>
            </a:r>
          </a:p>
        </p:txBody>
      </p:sp>
      <p:pic>
        <p:nvPicPr>
          <p:cNvPr id="5" name="Picture 4" descr="factual_wiki_cop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Wikipedia — Mitochondrion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5.96   ·   variance 3.69   ·   mean |jump| 2.00   ·   254 measured words   ·   20% verbs</a:t>
            </a:r>
          </a:p>
        </p:txBody>
      </p:sp>
      <p:pic>
        <p:nvPicPr>
          <p:cNvPr id="5" name="Picture 4" descr="factual_wiki_mitochondr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Wikipedia — Photosynthesis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5.72   ·   variance 4.70   ·   mean |jump| 2.57   ·   261 measured words   ·   28% verbs</a:t>
            </a:r>
          </a:p>
        </p:txBody>
      </p:sp>
      <p:pic>
        <p:nvPicPr>
          <p:cNvPr id="5" name="Picture 4" descr="factual_wiki_photosynthe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Wikipedia — Plate tectonics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5.20   ·   variance 2.59   ·   mean |jump| 1.83   ·   243 measured words   ·   23% verbs</a:t>
            </a:r>
          </a:p>
        </p:txBody>
      </p:sp>
      <p:pic>
        <p:nvPicPr>
          <p:cNvPr id="5" name="Picture 4" descr="factual_wiki_plate_tecton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Wikipedia — Vaccine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6.15   ·   variance 7.53   ·   mean |jump| 3.24   ·   241 measured words   ·   33% verbs</a:t>
            </a:r>
          </a:p>
        </p:txBody>
      </p:sp>
      <p:pic>
        <p:nvPicPr>
          <p:cNvPr id="5" name="Picture 4" descr="factual_wiki_vacc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Wikipedia — Volcano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5.50   ·   variance 2.74   ·   mean |jump| 1.93   ·   225 measured words   ·   25% verbs</a:t>
            </a:r>
          </a:p>
        </p:txBody>
      </p:sp>
      <p:pic>
        <p:nvPicPr>
          <p:cNvPr id="5" name="Picture 4" descr="factual_wiki_volc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Wikipedia — Wordnet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5.72   ·   variance 3.28   ·   mean |jump| 1.90   ·   206 measured words   ·   23% verbs</a:t>
            </a:r>
          </a:p>
        </p:txBody>
      </p:sp>
      <p:pic>
        <p:nvPicPr>
          <p:cNvPr id="5" name="Picture 4" descr="factual_wiki_word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Harry Potter — Book 1 opening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CREATIVE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4.77   ·   variance 3.36   ·   mean |jump| 2.33   ·   55 measured words   ·   36% verbs</a:t>
            </a:r>
          </a:p>
        </p:txBody>
      </p:sp>
      <p:pic>
        <p:nvPicPr>
          <p:cNvPr id="5" name="Picture 4" descr="creative_harry_po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Harry Potter — Book 1 (mid-book excerpt)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CREATIVE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4.88   ·   variance 4.91   ·   mean |jump| 2.67   ·   187 measured words   ·   49% verbs</a:t>
            </a:r>
          </a:p>
        </p:txBody>
      </p:sp>
      <p:pic>
        <p:nvPicPr>
          <p:cNvPr id="5" name="Picture 4" descr="creative_h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Harry Potter — Book 2 (mid-book excerpt)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CREATIVE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4.56   ·   variance 4.74   ·   mean |jump| 2.64   ·   195 measured words   ·   52% verbs</a:t>
            </a:r>
          </a:p>
        </p:txBody>
      </p:sp>
      <p:pic>
        <p:nvPicPr>
          <p:cNvPr id="5" name="Picture 4" descr="creative_h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Harry Potter — Book 3 (mid-book excerpt)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CREATIVE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4.45   ·   variance 4.47   ·   mean |jump| 2.61   ·   177 measured words   ·   54% verbs</a:t>
            </a:r>
          </a:p>
        </p:txBody>
      </p:sp>
      <p:pic>
        <p:nvPicPr>
          <p:cNvPr id="5" name="Picture 4" descr="creative_h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Harry Potter — Book 4 (mid-book excerpt)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CREATIVE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4.59   ·   variance 4.60   ·   mean |jump| 2.60   ·   170 measured words   ·   55% verbs</a:t>
            </a:r>
          </a:p>
        </p:txBody>
      </p:sp>
      <p:pic>
        <p:nvPicPr>
          <p:cNvPr id="5" name="Picture 4" descr="creative_h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Harry Potter — Book 5 (mid-book excerpt)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CREATIVE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4.83   ·   variance 4.15   ·   mean |jump| 2.64   ·   141 measured words   ·   46% verbs</a:t>
            </a:r>
          </a:p>
        </p:txBody>
      </p:sp>
      <p:pic>
        <p:nvPicPr>
          <p:cNvPr id="5" name="Picture 4" descr="creative_h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Harry Potter — Book 6 (mid-book excerpt)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CREATIVE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4.76   ·   variance 5.45   ·   mean |jump| 2.77   ·   181 measured words   ·   54% verbs</a:t>
            </a:r>
          </a:p>
        </p:txBody>
      </p:sp>
      <p:pic>
        <p:nvPicPr>
          <p:cNvPr id="5" name="Picture 4" descr="creative_h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Harry Potter — Book 7 (mid-book excerpt)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CREATIVE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4.48   ·   variance 4.06   ·   mean |jump| 2.31   ·   159 measured words   ·   55% verbs</a:t>
            </a:r>
          </a:p>
        </p:txBody>
      </p:sp>
      <p:pic>
        <p:nvPicPr>
          <p:cNvPr id="5" name="Picture 4" descr="creative_hp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Jokes For All Occasions — excerpt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CREATIVE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5.43   ·   variance 3.56   ·   mean |jump| 2.26   ·   207 measured words   ·   33% verbs</a:t>
            </a:r>
          </a:p>
        </p:txBody>
      </p:sp>
      <p:pic>
        <p:nvPicPr>
          <p:cNvPr id="5" name="Picture 4" descr="creative_jokes_for_all_occa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Cambria"/>
              </a:rPr>
              <a:t>Jokes For All Occasions — excerpt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347472"/>
            <a:ext cx="1463040" cy="36576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CREATIVE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670"/>
                </a:solidFill>
                <a:latin typeface="Calibri"/>
              </a:rPr>
              <a:t>Average of the 3 models:  mean LCA 5.03   ·   variance 4.25   ·   mean |jump| 2.36   ·   130 measured words   ·   38% verbs</a:t>
            </a:r>
          </a:p>
        </p:txBody>
      </p:sp>
      <p:pic>
        <p:nvPicPr>
          <p:cNvPr id="5" name="Picture 4" descr="creative_jokes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188720"/>
            <a:ext cx="10972800" cy="54080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1801</Words>
  <Application>Microsoft Office PowerPoint</Application>
  <PresentationFormat>Widescreen</PresentationFormat>
  <Paragraphs>108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yoav gershman</cp:lastModifiedBy>
  <cp:revision>2</cp:revision>
  <dcterms:created xsi:type="dcterms:W3CDTF">2013-01-27T09:14:16Z</dcterms:created>
  <dcterms:modified xsi:type="dcterms:W3CDTF">2026-10-07T08:56:57Z</dcterms:modified>
  <cp:category/>
</cp:coreProperties>
</file>